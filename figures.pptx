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6"/>
  </p:normalViewPr>
  <p:slideViewPr>
    <p:cSldViewPr snapToGrid="0">
      <p:cViewPr>
        <p:scale>
          <a:sx n="114" d="100"/>
          <a:sy n="114" d="100"/>
        </p:scale>
        <p:origin x="-736" y="-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CF5EF-8031-8027-12AF-0268398B4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6522D2-A254-7ABA-4D4E-3908FA853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90FEB1-C921-3200-2F9A-60107CFA5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739C-AABF-D84F-9851-C702B4DA70CC}" type="datetimeFigureOut">
              <a:rPr kumimoji="1" lang="ko-Kore-KR" altLang="en-US" smtClean="0"/>
              <a:t>2024. 5. 11.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3D22E2-BD14-9F82-A7DF-6715CE58A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40DAA-3F07-3FE3-FC8E-0AF3BD63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273F-C3E5-394D-BDE9-5876B14676D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92563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81A09-0FA3-497C-7127-9853C4A9B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F8A49A-F5D9-743A-9613-528FDC0A1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ED8640-F5CA-512B-B3CE-4EB4D0069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739C-AABF-D84F-9851-C702B4DA70CC}" type="datetimeFigureOut">
              <a:rPr kumimoji="1" lang="ko-Kore-KR" altLang="en-US" smtClean="0"/>
              <a:t>2024. 5. 11.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1FC1FB-B5A0-72D1-3D3F-A1299B778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8B01C4-DD3B-D8DC-E325-F31EB3E4D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273F-C3E5-394D-BDE9-5876B14676D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63960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89E88-FEAC-668C-F661-438B6F4D8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81173F-5D3C-08E5-44EE-96BFD9C0B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D3C4E8-C57B-0E9C-4443-2F6B5BDCB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739C-AABF-D84F-9851-C702B4DA70CC}" type="datetimeFigureOut">
              <a:rPr kumimoji="1" lang="ko-Kore-KR" altLang="en-US" smtClean="0"/>
              <a:t>2024. 5. 11.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034A4F-88A0-9492-23ED-DBB645015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CF6036-382B-7903-3CA7-ACDD3ACD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273F-C3E5-394D-BDE9-5876B14676D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0622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6191A-66DD-98C1-DB13-7C7611F60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61AED-441A-1269-37C7-E1DC3AAF31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56F64D-F94C-9F13-5C18-0689B3B964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9F62A7-1059-A73D-BA0E-83D00F543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739C-AABF-D84F-9851-C702B4DA70CC}" type="datetimeFigureOut">
              <a:rPr kumimoji="1" lang="ko-Kore-KR" altLang="en-US" smtClean="0"/>
              <a:t>2024. 5. 11.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0A240C-4430-E90C-06B5-5F7DF308B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3A7D8C-0291-6C3B-F543-4924237F4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273F-C3E5-394D-BDE9-5876B14676D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0289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A03763-1AA9-A3AF-0EDF-360468B98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006321-4ECC-7EFC-80D0-7634607BE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5C1F71-9E2E-C196-8133-BBCAA9B92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A56672-836A-8783-D760-69D568DA94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35F8100-9E0E-5375-F70D-9B2F26F68C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2B8645-B194-6D5F-3872-5072462E7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739C-AABF-D84F-9851-C702B4DA70CC}" type="datetimeFigureOut">
              <a:rPr kumimoji="1" lang="ko-Kore-KR" altLang="en-US" smtClean="0"/>
              <a:t>2024. 5. 11.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A28451F-B81A-D64E-7544-3523E28AE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54C6D49-F893-1E49-3703-6954D1087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273F-C3E5-394D-BDE9-5876B14676D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86071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EC9B8B-8754-FEF3-51CE-D24042AD9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7A1DEE-96C0-9CCB-6507-3414A9706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739C-AABF-D84F-9851-C702B4DA70CC}" type="datetimeFigureOut">
              <a:rPr kumimoji="1" lang="ko-Kore-KR" altLang="en-US" smtClean="0"/>
              <a:t>2024. 5. 11.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7E01EBF-A430-3258-ACC1-237D0FD6B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289E26-9868-4707-2D94-E99E8FA77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273F-C3E5-394D-BDE9-5876B14676D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46502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E6C3385-B57C-834F-F2AD-7B05EF570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739C-AABF-D84F-9851-C702B4DA70CC}" type="datetimeFigureOut">
              <a:rPr kumimoji="1" lang="ko-Kore-KR" altLang="en-US" smtClean="0"/>
              <a:t>2024. 5. 11.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B9BC33E-116F-FA1D-2126-C40176445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96F6AE-4995-F7F6-5670-F7121036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273F-C3E5-394D-BDE9-5876B14676D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58882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FFF5F2-CEC2-BFC7-2040-163D1C198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711953-5355-6827-0267-6713434B5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6C0AB6-9ABB-1C93-F5CE-9FB7E42B2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39B3D0-BEA7-2324-2301-BEC50C67C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739C-AABF-D84F-9851-C702B4DA70CC}" type="datetimeFigureOut">
              <a:rPr kumimoji="1" lang="ko-Kore-KR" altLang="en-US" smtClean="0"/>
              <a:t>2024. 5. 11.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8A32B3-8842-0712-1DA0-C02C2ACD6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48FA6A-786F-88BD-817E-344FD3E58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273F-C3E5-394D-BDE9-5876B14676D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59788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0B54C4-A930-F977-2522-1E46A7877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4D7B558-CB6D-5F21-9286-76C9E6BA9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B0F777-8DD8-195C-CCF0-3E0CC91DB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9E1A8C-18BE-6475-560A-B9E30E4A2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739C-AABF-D84F-9851-C702B4DA70CC}" type="datetimeFigureOut">
              <a:rPr kumimoji="1" lang="ko-Kore-KR" altLang="en-US" smtClean="0"/>
              <a:t>2024. 5. 11.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276DCE-2B51-D868-1435-8D10777E2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80FC10-C5DF-0EEA-08B6-F976D78D2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273F-C3E5-394D-BDE9-5876B14676D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20420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961E64-648B-A369-8615-4F237ADE9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111B1B4-7A5F-5799-545E-74D6358B0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F10BE-7740-C614-6F0A-6A90C6D4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739C-AABF-D84F-9851-C702B4DA70CC}" type="datetimeFigureOut">
              <a:rPr kumimoji="1" lang="ko-Kore-KR" altLang="en-US" smtClean="0"/>
              <a:t>2024. 5. 11.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40636E-E601-2FCA-DAF0-C7C3AFF75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0935DB-8441-384F-940D-6D236FC18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273F-C3E5-394D-BDE9-5876B14676D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71277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D491A5-62A7-068C-5B52-AC85E4566C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A4761D-D470-E6D8-FFC4-20B09B2CB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015945-9C84-F54D-B159-D77553F7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739C-AABF-D84F-9851-C702B4DA70CC}" type="datetimeFigureOut">
              <a:rPr kumimoji="1" lang="ko-Kore-KR" altLang="en-US" smtClean="0"/>
              <a:t>2024. 5. 11.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023A98-A6A0-E565-9D18-7BF8B8B23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F36006-D52D-90FE-9A58-2CD67B306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273F-C3E5-394D-BDE9-5876B14676D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41748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9627F2-CAE5-CA8E-6554-6D5B4D84D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3CC520-C7AA-C14E-690E-4AE749AAA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064F01-A140-D170-FDD3-1BC36A4BDE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3E739C-AABF-D84F-9851-C702B4DA70CC}" type="datetimeFigureOut">
              <a:rPr kumimoji="1" lang="ko-Kore-KR" altLang="en-US" smtClean="0"/>
              <a:t>2024. 5. 11.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AF117A-0910-F65C-F2FE-8492751F0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2D6BD4-47CA-C34F-0522-21C30A7E2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84273F-C3E5-394D-BDE9-5876B14676D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32783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A11D7-86A5-ABE0-AA96-783459F361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10134600" cy="3521075"/>
          </a:xfrm>
          <a:solidFill>
            <a:schemeClr val="tx1"/>
          </a:solidFill>
        </p:spPr>
        <p:txBody>
          <a:bodyPr/>
          <a:lstStyle/>
          <a:p>
            <a:endParaRPr kumimoji="1" lang="ko-Kore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5B72AFE-746A-DEFF-BA0D-6AB161B360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2A05CBE-47BC-6100-969A-ABCBDA33CE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10017" t="36354" r="9623" b="35621"/>
          <a:stretch/>
        </p:blipFill>
        <p:spPr>
          <a:xfrm>
            <a:off x="3357564" y="1471613"/>
            <a:ext cx="6800850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809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A11D7-86A5-ABE0-AA96-783459F361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10134600" cy="3521075"/>
          </a:xfrm>
          <a:solidFill>
            <a:schemeClr val="tx1"/>
          </a:solidFill>
        </p:spPr>
        <p:txBody>
          <a:bodyPr/>
          <a:lstStyle/>
          <a:p>
            <a:endParaRPr kumimoji="1" lang="ko-Kore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5B72AFE-746A-DEFF-BA0D-6AB161B360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2A05CBE-47BC-6100-969A-ABCBDA33CE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017" t="36354" r="67404" b="35621"/>
          <a:stretch/>
        </p:blipFill>
        <p:spPr>
          <a:xfrm>
            <a:off x="3140587" y="-581912"/>
            <a:ext cx="1910833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48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AB628D-6268-5522-F92F-6981199C7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876ABC-123D-6F0B-1A53-D11278BC3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9A7CEEF-05BE-450A-B23D-7DC8214A53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rcRect b="17592"/>
          <a:stretch/>
        </p:blipFill>
        <p:spPr>
          <a:xfrm>
            <a:off x="1325178" y="598990"/>
            <a:ext cx="8900491" cy="548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274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5481</TotalTime>
  <Words>0</Words>
  <Application>Microsoft Macintosh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(교원) 위성일 Seongil Wi (컴퓨터공학과)</dc:creator>
  <cp:lastModifiedBy>(교원) 위성일 Seongil Wi (컴퓨터공학과)</cp:lastModifiedBy>
  <cp:revision>1</cp:revision>
  <dcterms:created xsi:type="dcterms:W3CDTF">2024-05-11T09:33:30Z</dcterms:created>
  <dcterms:modified xsi:type="dcterms:W3CDTF">2024-05-15T04:54:48Z</dcterms:modified>
</cp:coreProperties>
</file>